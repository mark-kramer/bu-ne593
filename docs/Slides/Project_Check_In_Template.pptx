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5200-813C-AAAD-4FDC-54C355191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9ADC7-3EE1-689C-5435-114110D98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AE154-D959-C895-92A8-441FC681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1EF97E4-7A1F-0244-B053-E04B8F26413E}" type="datetimeFigureOut">
              <a:rPr lang="en-US" smtClean="0"/>
              <a:pPr/>
              <a:t>4/2/26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34895-AE82-7B7C-3276-12949C5E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A61F4-1F38-F59D-BC9C-91623291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0CA072-1FF1-204A-B152-A500D2EC6E9B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31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C44D-67E9-B79A-A576-A9397400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F267-4383-BF4B-C47A-3469CE846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F65C-8DC9-5DC6-0B7B-130C6EAA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1EF97E4-7A1F-0244-B053-E04B8F26413E}" type="datetimeFigureOut">
              <a:rPr lang="en-US" smtClean="0"/>
              <a:pPr/>
              <a:t>4/2/26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DCCE8-F8E4-441A-60C0-3C87EB82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A35B-E3A8-E265-8320-EB6C932E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0CA072-1FF1-204A-B152-A500D2EC6E9B}" type="slidenum">
              <a:rPr lang="en-US" smtClean="0"/>
              <a:pPr/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215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AC44-321C-C9B9-C497-9D2861FF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C1F85-7A5C-DD59-3EB8-BBFC7DEA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3FBF-D8ED-ECA2-A261-F7219E6B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903B1-3212-7F65-D14F-2A8C39F3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3FF09-1379-1F27-FAF3-4FC51F94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97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75B0-FAC6-DAFF-578E-B4289F1F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E293-2C48-34FD-0CB8-F59722F0B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D04E9-BE3E-43BE-B010-D414FEE3C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8E025-D13D-036D-FFE7-877C4C7A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D9012-0F91-E015-FCB6-905B7A85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39009-608B-DCDC-FB2B-642AC514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01CB-3C21-5F6F-7D01-ADDB6510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5A17B-A2BC-181B-000F-F5027062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16B40-EC3E-4DB3-027E-9A589D066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6DE79-A82E-DC21-A885-9C5AA5843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83574-EAE0-C0E0-B9CE-7AFA00C9D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990C2-145F-EEEF-727D-2524245A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86C22-BDFF-99FE-EA42-01147EA6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FF3AD-16A5-3BA3-0132-8BF339656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7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66D9-412F-73E4-14BA-C5E30932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E6775-448E-4357-D186-15204B6F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DAC47-A32A-E422-48F9-F669D3DE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29CFD-D03B-8A79-C781-1D15749B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BB3E3B-8409-FC52-BD2B-DE732E246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9D7C-DC6B-84D5-6D4C-04DBFC64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B51D9-AB8E-1D66-C74B-06A53A3B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8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6964-23E2-6663-3761-25963580B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ACF2-EFBD-B088-D61B-33FE82845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C56B7-B90C-6B75-5EE6-B09A5F5D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161A3-1FF2-5C18-3122-05A46705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96D61-7345-24DC-2DB0-6E6FD28A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301EB-92AB-FE38-72BC-88FBC137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0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A9BB-20F3-7513-50FC-9216D89D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2E9F2-DA1B-A9EF-D7CB-7CFE4594D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2F1CB-1D28-5AC6-8865-03CCF98A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6923B-8D01-8093-743E-8F489BA6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8F94F-DD1E-ABDA-AB83-9071464E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66E65-2A97-872F-3FB1-CC5CDF8C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C159-EC69-488C-2B10-2E36C74F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B1A2B-222D-EEF2-0645-D718070AD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D24BD-B30C-AB83-086F-38BCF3D5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2401-8A8F-5C7D-E073-C91B1ABD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61093-32F0-9548-4648-8399A30D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2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16C1D-146A-C895-492F-C23724DF3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C56E9-CCD6-87F5-739C-6F7A41DA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90A17-B91C-10A8-B987-B3EA47F3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B970-26CA-1847-4645-DBB8132B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AC551-5927-17D0-D86A-CEA8680E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2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14CE5-669F-2585-AE0B-70D17825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9B827-1A19-1492-B18F-B396731E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D7F69-79E6-4A6B-853C-B098FAC9B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F97E4-7A1F-0244-B053-E04B8F26413E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3678E-502E-9F46-359A-88A5CF8383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2EE1E-3502-FF7B-B3E1-447061121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CA072-1FF1-204A-B152-A500D2EC6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7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B580-905C-8F3A-52B3-DE511B766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3A1BC-6BFB-0A60-C4B8-6A6D7B65AB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 1, Team Member 2, ...</a:t>
            </a:r>
          </a:p>
        </p:txBody>
      </p:sp>
    </p:spTree>
    <p:extLst>
      <p:ext uri="{BB962C8B-B14F-4D97-AF65-F5344CB8AC3E}">
        <p14:creationId xmlns:p14="http://schemas.microsoft.com/office/powerpoint/2010/main" val="58692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48FF-91BE-DEFC-D791-B3DF3D6B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170AD-695F-7BC5-989B-1FA61ED20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Member 1 Name</a:t>
            </a:r>
            <a:br>
              <a:rPr lang="en-US" dirty="0"/>
            </a:br>
            <a:r>
              <a:rPr lang="en-US" dirty="0"/>
              <a:t>Year &amp; Major</a:t>
            </a:r>
          </a:p>
          <a:p>
            <a:r>
              <a:rPr lang="en-US" dirty="0"/>
              <a:t>Team Member 2 Name</a:t>
            </a:r>
            <a:br>
              <a:rPr lang="en-US" dirty="0"/>
            </a:br>
            <a:r>
              <a:rPr lang="en-US" dirty="0"/>
              <a:t>Year &amp; Major</a:t>
            </a:r>
          </a:p>
        </p:txBody>
      </p:sp>
    </p:spTree>
    <p:extLst>
      <p:ext uri="{BB962C8B-B14F-4D97-AF65-F5344CB8AC3E}">
        <p14:creationId xmlns:p14="http://schemas.microsoft.com/office/powerpoint/2010/main" val="257163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1EE7-D796-DDB7-51A7-8CFBDCC0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r>
              <a:rPr lang="en-US" dirty="0"/>
              <a:t>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52456-F76B-C0B9-73C9-575115DAC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is your project?]</a:t>
            </a:r>
          </a:p>
          <a:p>
            <a:r>
              <a:rPr lang="en-US" dirty="0"/>
              <a:t>[Why did you choose it?]</a:t>
            </a:r>
          </a:p>
        </p:txBody>
      </p:sp>
    </p:spTree>
    <p:extLst>
      <p:ext uri="{BB962C8B-B14F-4D97-AF65-F5344CB8AC3E}">
        <p14:creationId xmlns:p14="http://schemas.microsoft.com/office/powerpoint/2010/main" val="50385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8F6F-52CE-3A36-421C-2AFD3E6D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r>
              <a:rPr lang="en-US" dirty="0"/>
              <a:t>: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0D51D-5BDF-9BD6-5691-DAA4612A2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will we learn?]</a:t>
            </a:r>
          </a:p>
          <a:p>
            <a:r>
              <a:rPr lang="en-US" dirty="0"/>
              <a:t>[What is the “computational” part you will implement?]</a:t>
            </a:r>
          </a:p>
        </p:txBody>
      </p:sp>
    </p:spTree>
    <p:extLst>
      <p:ext uri="{BB962C8B-B14F-4D97-AF65-F5344CB8AC3E}">
        <p14:creationId xmlns:p14="http://schemas.microsoft.com/office/powerpoint/2010/main" val="299747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1295-1407-B0A9-D9E9-839B5FD9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r>
              <a:rPr lang="en-US" dirty="0"/>
              <a:t>: Preliminary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0003D-6702-BB15-A474-508B0C880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[What have you done so far?]</a:t>
            </a:r>
          </a:p>
        </p:txBody>
      </p:sp>
    </p:spTree>
    <p:extLst>
      <p:ext uri="{BB962C8B-B14F-4D97-AF65-F5344CB8AC3E}">
        <p14:creationId xmlns:p14="http://schemas.microsoft.com/office/powerpoint/2010/main" val="49261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5B7F-893F-B01A-AF2F-8A3EF3C1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Project</a:t>
            </a:r>
            <a:r>
              <a:rPr lang="en-US" dirty="0"/>
              <a:t>: Pathway to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A713-DA68-6FA8-D275-A376F484D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[Timeline to completion]</a:t>
            </a:r>
          </a:p>
        </p:txBody>
      </p:sp>
    </p:spTree>
    <p:extLst>
      <p:ext uri="{BB962C8B-B14F-4D97-AF65-F5344CB8AC3E}">
        <p14:creationId xmlns:p14="http://schemas.microsoft.com/office/powerpoint/2010/main" val="3235924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</Words>
  <Application>Microsoft Macintosh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title</vt:lpstr>
      <vt:lpstr>Team Composition</vt:lpstr>
      <vt:lpstr>Project: Introduction</vt:lpstr>
      <vt:lpstr>Project: Goals</vt:lpstr>
      <vt:lpstr>Project: Preliminary Results</vt:lpstr>
      <vt:lpstr>Project: Pathway to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Kramer, Mark</dc:creator>
  <cp:lastModifiedBy>Kramer, Mark</cp:lastModifiedBy>
  <cp:revision>6</cp:revision>
  <dcterms:created xsi:type="dcterms:W3CDTF">2026-03-31T16:51:18Z</dcterms:created>
  <dcterms:modified xsi:type="dcterms:W3CDTF">2026-04-02T14:22:42Z</dcterms:modified>
</cp:coreProperties>
</file>